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6" r:id="rId3"/>
    <p:sldId id="257" r:id="rId4"/>
    <p:sldId id="258" r:id="rId5"/>
    <p:sldId id="27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8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ttab, Sherif" userId="c83b1e15-36f3-4f46-aceb-05aac24c545e" providerId="ADAL" clId="{0AF8ABA1-FB27-4DA0-9762-78B19B59A4B7}"/>
    <pc:docChg chg="custSel modSld">
      <pc:chgData name="Khattab, Sherif" userId="c83b1e15-36f3-4f46-aceb-05aac24c545e" providerId="ADAL" clId="{0AF8ABA1-FB27-4DA0-9762-78B19B59A4B7}" dt="2023-09-27T18:23:33.486" v="292" actId="20577"/>
      <pc:docMkLst>
        <pc:docMk/>
      </pc:docMkLst>
      <pc:sldChg chg="modSp mod">
        <pc:chgData name="Khattab, Sherif" userId="c83b1e15-36f3-4f46-aceb-05aac24c545e" providerId="ADAL" clId="{0AF8ABA1-FB27-4DA0-9762-78B19B59A4B7}" dt="2023-09-27T18:23:33.486" v="292" actId="20577"/>
        <pc:sldMkLst>
          <pc:docMk/>
          <pc:sldMk cId="1845323539" sldId="256"/>
        </pc:sldMkLst>
        <pc:spChg chg="mod">
          <ac:chgData name="Khattab, Sherif" userId="c83b1e15-36f3-4f46-aceb-05aac24c545e" providerId="ADAL" clId="{0AF8ABA1-FB27-4DA0-9762-78B19B59A4B7}" dt="2023-09-27T18:23:33.486" v="292" actId="20577"/>
          <ac:spMkLst>
            <pc:docMk/>
            <pc:sldMk cId="1845323539" sldId="256"/>
            <ac:spMk id="2" creationId="{00000000-0000-0000-0000-000000000000}"/>
          </ac:spMkLst>
        </pc:spChg>
        <pc:spChg chg="mod">
          <ac:chgData name="Khattab, Sherif" userId="c83b1e15-36f3-4f46-aceb-05aac24c545e" providerId="ADAL" clId="{0AF8ABA1-FB27-4DA0-9762-78B19B59A4B7}" dt="2023-09-27T18:14:28.416" v="3" actId="20577"/>
          <ac:spMkLst>
            <pc:docMk/>
            <pc:sldMk cId="1845323539" sldId="256"/>
            <ac:spMk id="3" creationId="{00000000-0000-0000-0000-000000000000}"/>
          </ac:spMkLst>
        </pc:spChg>
      </pc:sldChg>
      <pc:sldChg chg="modSp mod">
        <pc:chgData name="Khattab, Sherif" userId="c83b1e15-36f3-4f46-aceb-05aac24c545e" providerId="ADAL" clId="{0AF8ABA1-FB27-4DA0-9762-78B19B59A4B7}" dt="2023-09-27T18:15:32.362" v="21" actId="113"/>
        <pc:sldMkLst>
          <pc:docMk/>
          <pc:sldMk cId="2002858226" sldId="257"/>
        </pc:sldMkLst>
        <pc:spChg chg="mod">
          <ac:chgData name="Khattab, Sherif" userId="c83b1e15-36f3-4f46-aceb-05aac24c545e" providerId="ADAL" clId="{0AF8ABA1-FB27-4DA0-9762-78B19B59A4B7}" dt="2023-09-27T18:15:32.362" v="21" actId="113"/>
          <ac:spMkLst>
            <pc:docMk/>
            <pc:sldMk cId="2002858226" sldId="257"/>
            <ac:spMk id="3" creationId="{00000000-0000-0000-0000-000000000000}"/>
          </ac:spMkLst>
        </pc:spChg>
      </pc:sldChg>
      <pc:sldChg chg="modSp mod">
        <pc:chgData name="Khattab, Sherif" userId="c83b1e15-36f3-4f46-aceb-05aac24c545e" providerId="ADAL" clId="{0AF8ABA1-FB27-4DA0-9762-78B19B59A4B7}" dt="2023-09-27T18:21:27.561" v="234" actId="20577"/>
        <pc:sldMkLst>
          <pc:docMk/>
          <pc:sldMk cId="4010947072" sldId="258"/>
        </pc:sldMkLst>
        <pc:spChg chg="mod">
          <ac:chgData name="Khattab, Sherif" userId="c83b1e15-36f3-4f46-aceb-05aac24c545e" providerId="ADAL" clId="{0AF8ABA1-FB27-4DA0-9762-78B19B59A4B7}" dt="2023-09-27T18:21:27.561" v="234" actId="20577"/>
          <ac:spMkLst>
            <pc:docMk/>
            <pc:sldMk cId="4010947072" sldId="258"/>
            <ac:spMk id="3" creationId="{00000000-0000-0000-0000-000000000000}"/>
          </ac:spMkLst>
        </pc:spChg>
      </pc:sldChg>
      <pc:sldChg chg="modSp mod">
        <pc:chgData name="Khattab, Sherif" userId="c83b1e15-36f3-4f46-aceb-05aac24c545e" providerId="ADAL" clId="{0AF8ABA1-FB27-4DA0-9762-78B19B59A4B7}" dt="2023-09-27T18:15:16.597" v="19" actId="20577"/>
        <pc:sldMkLst>
          <pc:docMk/>
          <pc:sldMk cId="2822211870" sldId="276"/>
        </pc:sldMkLst>
        <pc:spChg chg="mod">
          <ac:chgData name="Khattab, Sherif" userId="c83b1e15-36f3-4f46-aceb-05aac24c545e" providerId="ADAL" clId="{0AF8ABA1-FB27-4DA0-9762-78B19B59A4B7}" dt="2023-09-27T18:15:16.597" v="19" actId="20577"/>
          <ac:spMkLst>
            <pc:docMk/>
            <pc:sldMk cId="2822211870" sldId="276"/>
            <ac:spMk id="3" creationId="{B2A62215-55DC-494B-8EF1-31D0DAD80677}"/>
          </ac:spMkLst>
        </pc:spChg>
      </pc:sldChg>
      <pc:sldChg chg="modSp mod">
        <pc:chgData name="Khattab, Sherif" userId="c83b1e15-36f3-4f46-aceb-05aac24c545e" providerId="ADAL" clId="{0AF8ABA1-FB27-4DA0-9762-78B19B59A4B7}" dt="2023-09-27T18:21:42.753" v="273" actId="20577"/>
        <pc:sldMkLst>
          <pc:docMk/>
          <pc:sldMk cId="3456616918" sldId="277"/>
        </pc:sldMkLst>
        <pc:spChg chg="mod">
          <ac:chgData name="Khattab, Sherif" userId="c83b1e15-36f3-4f46-aceb-05aac24c545e" providerId="ADAL" clId="{0AF8ABA1-FB27-4DA0-9762-78B19B59A4B7}" dt="2023-09-27T18:21:42.753" v="273" actId="20577"/>
          <ac:spMkLst>
            <pc:docMk/>
            <pc:sldMk cId="3456616918" sldId="277"/>
            <ac:spMk id="3" creationId="{AEC3B1FD-3A18-E54C-BDCF-8D8CCA61AA14}"/>
          </ac:spMkLst>
        </pc:spChg>
      </pc:sldChg>
    </pc:docChg>
  </pc:docChgLst>
  <pc:docChgLst>
    <pc:chgData name="Khattab, Sherif" userId="c83b1e15-36f3-4f46-aceb-05aac24c545e" providerId="ADAL" clId="{AF80A323-3A25-4DE6-9173-3E1881B472CE}"/>
    <pc:docChg chg="modSld">
      <pc:chgData name="Khattab, Sherif" userId="c83b1e15-36f3-4f46-aceb-05aac24c545e" providerId="ADAL" clId="{AF80A323-3A25-4DE6-9173-3E1881B472CE}" dt="2019-02-07T20:34:59.397" v="0" actId="1076"/>
      <pc:docMkLst>
        <pc:docMk/>
      </pc:docMkLst>
      <pc:sldChg chg="modSp">
        <pc:chgData name="Khattab, Sherif" userId="c83b1e15-36f3-4f46-aceb-05aac24c545e" providerId="ADAL" clId="{AF80A323-3A25-4DE6-9173-3E1881B472CE}" dt="2019-02-07T20:34:59.397" v="0" actId="1076"/>
        <pc:sldMkLst>
          <pc:docMk/>
          <pc:sldMk cId="4010947072" sldId="258"/>
        </pc:sldMkLst>
        <pc:picChg chg="mod">
          <ac:chgData name="Khattab, Sherif" userId="c83b1e15-36f3-4f46-aceb-05aac24c545e" providerId="ADAL" clId="{AF80A323-3A25-4DE6-9173-3E1881B472CE}" dt="2019-02-07T20:34:59.397" v="0" actId="1076"/>
          <ac:picMkLst>
            <pc:docMk/>
            <pc:sldMk cId="4010947072" sldId="258"/>
            <ac:picMk id="4" creationId="{1F0C1A95-7237-104B-A3CE-078DB8F4E8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6006" y="23151"/>
            <a:ext cx="9373843" cy="7372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366" y="851942"/>
            <a:ext cx="9106960" cy="505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0266" y="6543325"/>
            <a:ext cx="911939" cy="306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72D157F-DC7D-457B-86F2-B8FA8FF7BDF8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8733" y="6492875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8436" y="6543325"/>
            <a:ext cx="683339" cy="30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0B1C91B-4DB9-4139-88C5-4D2BFC14B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7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50352"/>
            <a:ext cx="10945091" cy="1646302"/>
          </a:xfrm>
        </p:spPr>
        <p:txBody>
          <a:bodyPr/>
          <a:lstStyle/>
          <a:p>
            <a:pPr algn="ctr"/>
            <a:r>
              <a:rPr lang="en-US" dirty="0"/>
              <a:t>CS 0445 </a:t>
            </a:r>
            <a:r>
              <a:rPr lang="en-US"/>
              <a:t>Algorithms and Data Structures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87382" y="4050833"/>
            <a:ext cx="12479382" cy="1096899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Lab 3 </a:t>
            </a:r>
            <a:r>
              <a:rPr lang="mr-IN" sz="3600" dirty="0"/>
              <a:t>–</a:t>
            </a:r>
            <a:r>
              <a:rPr lang="en-US" sz="3600" dirty="0"/>
              <a:t> Reversing a Linked List</a:t>
            </a:r>
          </a:p>
          <a:p>
            <a:pPr algn="ctr"/>
            <a:r>
              <a:rPr lang="en-US" sz="4000" dirty="0"/>
              <a:t> </a:t>
            </a:r>
            <a:r>
              <a:rPr lang="en-US" sz="1400" dirty="0"/>
              <a:t>(</a:t>
            </a:r>
            <a:r>
              <a:rPr lang="en-US" sz="1400" i="1" dirty="0"/>
              <a:t>Based on Dr. Hoot’s Lab Manual for Data Structures and Abstractions with Java </a:t>
            </a:r>
            <a:r>
              <a:rPr lang="en-US" sz="1400" dirty="0"/>
              <a:t>™)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23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8B00-1897-FF46-BE08-F437E1FC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2215-55DC-494B-8EF1-31D0DAD8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reverse operation is often supplied as a basic operation of a list</a:t>
            </a:r>
          </a:p>
          <a:p>
            <a:r>
              <a:rPr lang="en-US" sz="2400" dirty="0"/>
              <a:t>One example is used to convert a list that was sorted from smallest to largest into a list that is sorted in the other direction</a:t>
            </a:r>
          </a:p>
          <a:p>
            <a:r>
              <a:rPr lang="en-US" sz="2400" dirty="0"/>
              <a:t>To implement the reverse method, we will be using </a:t>
            </a:r>
            <a:r>
              <a:rPr lang="en-US" sz="2400" b="1" dirty="0"/>
              <a:t>list surgery</a:t>
            </a:r>
          </a:p>
          <a:p>
            <a:r>
              <a:rPr lang="en-US" sz="2400" dirty="0"/>
              <a:t>The order that operations are done can be critical</a:t>
            </a:r>
          </a:p>
          <a:p>
            <a:pPr lvl="1"/>
            <a:r>
              <a:rPr lang="en-US" sz="2000" dirty="0"/>
              <a:t>If you are not careful, the list will not survive the surgery</a:t>
            </a:r>
          </a:p>
          <a:p>
            <a:r>
              <a:rPr lang="en-US" sz="2400" dirty="0"/>
              <a:t>To avoid problems with surgery, it is always a good idea to trace carefully the intended operation of methods before implementing the code</a:t>
            </a:r>
          </a:p>
        </p:txBody>
      </p:sp>
    </p:spTree>
    <p:extLst>
      <p:ext uri="{BB962C8B-B14F-4D97-AF65-F5344CB8AC3E}">
        <p14:creationId xmlns:p14="http://schemas.microsoft.com/office/powerpoint/2010/main" val="282221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links (the next portions of the Nodes) will be altered in a </a:t>
            </a:r>
            <a:r>
              <a:rPr lang="en-US" b="1" dirty="0"/>
              <a:t>single pass over the list</a:t>
            </a:r>
          </a:p>
          <a:p>
            <a:r>
              <a:rPr lang="en-US" dirty="0"/>
              <a:t> Suppose there is a list with the following state: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will the final state be after reverse()?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reach the final state, follow these steps.  Show the state of the list after each step.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F8FF1-DEE6-0C40-954A-E298957EA3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419" y="1764920"/>
            <a:ext cx="5324167" cy="13715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94E4FB-9C7B-1F45-A370-1A77A930DB2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419" y="3898562"/>
            <a:ext cx="5216012" cy="150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5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in the initial state. Use three variables to reference a current node, the node before, and the node after. (From now on, when referring to a position, it will be with respect to the order in the following diagram).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Make the current node’s next reference be the previous node</a:t>
            </a:r>
          </a:p>
          <a:p>
            <a:r>
              <a:rPr lang="en-US" dirty="0"/>
              <a:t>Change all three reference variables so that they move forward by one step</a:t>
            </a:r>
          </a:p>
          <a:p>
            <a:r>
              <a:rPr lang="en-US" dirty="0"/>
              <a:t>Change the variable firstNode so that it references the last node that was processed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C1A95-7237-104B-A3CE-078DB8F4E8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191" y="1675438"/>
            <a:ext cx="5658465" cy="152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4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DBEF-AC29-B549-ACA0-FC1F0E7B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B1FD-3A18-E54C-BDCF-8D8CCA61A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general, a loop will be needed. What is the condition of the loop?</a:t>
            </a:r>
          </a:p>
          <a:p>
            <a:r>
              <a:rPr lang="en-US" dirty="0"/>
              <a:t>Write an algorithm for the reverse operation</a:t>
            </a:r>
          </a:p>
          <a:p>
            <a:r>
              <a:rPr lang="en-US" dirty="0"/>
              <a:t>Consider each of the following cases and decide if the algorithm handles it correctly.</a:t>
            </a:r>
          </a:p>
          <a:p>
            <a:pPr lvl="1"/>
            <a:r>
              <a:rPr lang="en-US" dirty="0"/>
              <a:t>Empty list</a:t>
            </a:r>
          </a:p>
          <a:p>
            <a:pPr lvl="1"/>
            <a:r>
              <a:rPr lang="en-US" dirty="0"/>
              <a:t>A list with one element (</a:t>
            </a:r>
            <a:r>
              <a:rPr lang="en-US" dirty="0" err="1"/>
              <a:t>singelton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list with two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6169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1335</TotalTime>
  <Words>332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CS 0445 Algorithms and Data Structures 1</vt:lpstr>
      <vt:lpstr>Reverse</vt:lpstr>
      <vt:lpstr>Visualization</vt:lpstr>
      <vt:lpstr>Visualization</vt:lpstr>
      <vt:lpstr>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Khattab, Sherif</dc:creator>
  <cp:lastModifiedBy>Khattab, Sherif</cp:lastModifiedBy>
  <cp:revision>110</cp:revision>
  <dcterms:created xsi:type="dcterms:W3CDTF">2018-01-02T22:56:00Z</dcterms:created>
  <dcterms:modified xsi:type="dcterms:W3CDTF">2023-09-27T18:23:34Z</dcterms:modified>
</cp:coreProperties>
</file>