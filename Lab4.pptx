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6" r:id="rId3"/>
    <p:sldId id="257" r:id="rId4"/>
    <p:sldId id="258" r:id="rId5"/>
    <p:sldId id="27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8" autoAdjust="0"/>
    <p:restoredTop sz="94660"/>
  </p:normalViewPr>
  <p:slideViewPr>
    <p:cSldViewPr snapToGrid="0">
      <p:cViewPr>
        <p:scale>
          <a:sx n="97" d="100"/>
          <a:sy n="97" d="100"/>
        </p:scale>
        <p:origin x="144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ttab, Sherif" userId="c83b1e15-36f3-4f46-aceb-05aac24c545e" providerId="ADAL" clId="{AF80A323-3A25-4DE6-9173-3E1881B472CE}"/>
    <pc:docChg chg="modSld">
      <pc:chgData name="Khattab, Sherif" userId="c83b1e15-36f3-4f46-aceb-05aac24c545e" providerId="ADAL" clId="{AF80A323-3A25-4DE6-9173-3E1881B472CE}" dt="2019-02-07T20:34:59.397" v="0" actId="1076"/>
      <pc:docMkLst>
        <pc:docMk/>
      </pc:docMkLst>
      <pc:sldChg chg="modSp">
        <pc:chgData name="Khattab, Sherif" userId="c83b1e15-36f3-4f46-aceb-05aac24c545e" providerId="ADAL" clId="{AF80A323-3A25-4DE6-9173-3E1881B472CE}" dt="2019-02-07T20:34:59.397" v="0" actId="1076"/>
        <pc:sldMkLst>
          <pc:docMk/>
          <pc:sldMk cId="4010947072" sldId="258"/>
        </pc:sldMkLst>
        <pc:picChg chg="mod">
          <ac:chgData name="Khattab, Sherif" userId="c83b1e15-36f3-4f46-aceb-05aac24c545e" providerId="ADAL" clId="{AF80A323-3A25-4DE6-9173-3E1881B472CE}" dt="2019-02-07T20:34:59.397" v="0" actId="1076"/>
          <ac:picMkLst>
            <pc:docMk/>
            <pc:sldMk cId="4010947072" sldId="258"/>
            <ac:picMk id="4" creationId="{1F0C1A95-7237-104B-A3CE-078DB8F4E8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D157F-DC7D-457B-86F2-B8FA8FF7BDF8}" type="datetimeFigureOut">
              <a:rPr lang="en-US" smtClean="0"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1C91B-4DB9-4139-88C5-4D2BFC14B3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6006" y="23151"/>
            <a:ext cx="9373843" cy="7372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366" y="851942"/>
            <a:ext cx="9106960" cy="5057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0266" y="6543325"/>
            <a:ext cx="911939" cy="306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72D157F-DC7D-457B-86F2-B8FA8FF7BDF8}" type="datetimeFigureOut">
              <a:rPr lang="en-US" smtClean="0"/>
              <a:pPr/>
              <a:t>2/7/2019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8733" y="649287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8436" y="6543325"/>
            <a:ext cx="683339" cy="30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0B1C91B-4DB9-4139-88C5-4D2BFC14B3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7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50352"/>
            <a:ext cx="10945091" cy="1646302"/>
          </a:xfrm>
        </p:spPr>
        <p:txBody>
          <a:bodyPr/>
          <a:lstStyle/>
          <a:p>
            <a:pPr algn="ctr"/>
            <a:r>
              <a:rPr lang="en-US" dirty="0"/>
              <a:t>CS/COE 445 Data Structures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287382" y="4050833"/>
            <a:ext cx="12479382" cy="1096899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Lab 4 </a:t>
            </a:r>
            <a:r>
              <a:rPr lang="mr-IN" sz="3600" dirty="0"/>
              <a:t>–</a:t>
            </a:r>
            <a:r>
              <a:rPr lang="en-US" sz="3600" dirty="0"/>
              <a:t> Reversing a Linked List</a:t>
            </a:r>
          </a:p>
          <a:p>
            <a:pPr algn="ctr"/>
            <a:r>
              <a:rPr lang="en-US" sz="4000" dirty="0"/>
              <a:t> </a:t>
            </a:r>
            <a:r>
              <a:rPr lang="en-US" sz="1400" dirty="0"/>
              <a:t>(</a:t>
            </a:r>
            <a:r>
              <a:rPr lang="en-US" sz="1400" i="1" dirty="0"/>
              <a:t>Based on Dr. Hoot’s Lab Manual for Data Structures and Abstractions with Java </a:t>
            </a:r>
            <a:r>
              <a:rPr lang="en-US" sz="1400" dirty="0"/>
              <a:t>™)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23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8B00-1897-FF46-BE08-F437E1FC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2215-55DC-494B-8EF1-31D0DAD8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reverse operation is often supplied as a basic operation of a list.  </a:t>
            </a:r>
          </a:p>
          <a:p>
            <a:r>
              <a:rPr lang="en-US" sz="2400" dirty="0"/>
              <a:t>One example is used to convert a list that was sorted from smallest to largest into a list that is sorted in the other direction.   </a:t>
            </a:r>
          </a:p>
          <a:p>
            <a:r>
              <a:rPr lang="en-US" sz="2400" dirty="0"/>
              <a:t>To implement the reverse method, we will be using list surgery. </a:t>
            </a:r>
          </a:p>
          <a:p>
            <a:r>
              <a:rPr lang="en-US" sz="2400" dirty="0"/>
              <a:t>The order that operations are done can be critical.  </a:t>
            </a:r>
          </a:p>
          <a:p>
            <a:pPr lvl="1"/>
            <a:r>
              <a:rPr lang="en-US" sz="2000" dirty="0"/>
              <a:t>If you are not careful, the list will not survive the surgery. </a:t>
            </a:r>
          </a:p>
          <a:p>
            <a:r>
              <a:rPr lang="en-US" sz="2400" dirty="0"/>
              <a:t>To avoid problems with surgery, it is always a good idea to trace carefully the intended operation of methods before implementing the code.</a:t>
            </a:r>
          </a:p>
        </p:txBody>
      </p:sp>
    </p:spTree>
    <p:extLst>
      <p:ext uri="{BB962C8B-B14F-4D97-AF65-F5344CB8AC3E}">
        <p14:creationId xmlns:p14="http://schemas.microsoft.com/office/powerpoint/2010/main" val="282221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links (the next portions of the Nodes) will be altered in a single pass over the list.</a:t>
            </a:r>
          </a:p>
          <a:p>
            <a:r>
              <a:rPr lang="en-US" dirty="0"/>
              <a:t> Suppose there is a list with the following state: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will the final state be after reverse()?  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reach the final state, follow these steps.  Show the state of the list after each step.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1F8FF1-DEE6-0C40-954A-E298957EA3C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9" y="1764920"/>
            <a:ext cx="5324167" cy="1371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4E4FB-9C7B-1F45-A370-1A77A930DB2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419" y="3898562"/>
            <a:ext cx="5216012" cy="150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858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 in the initial state. Use three variables to reference the first three nodes. (From now on, when referring to a position, it will be with respect to the order in the following diagram).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Make the first node’s next reference be null.</a:t>
            </a:r>
          </a:p>
          <a:p>
            <a:r>
              <a:rPr lang="en-US" dirty="0"/>
              <a:t>Make the second node’s next reference be the first node.  </a:t>
            </a:r>
          </a:p>
          <a:p>
            <a:r>
              <a:rPr lang="en-US" dirty="0"/>
              <a:t>Change all three reference variables so that they move forward by one position.</a:t>
            </a:r>
          </a:p>
          <a:p>
            <a:r>
              <a:rPr lang="en-US" dirty="0"/>
              <a:t>Make the third node’s next reference be the second node.  </a:t>
            </a:r>
          </a:p>
          <a:p>
            <a:r>
              <a:rPr lang="en-US" dirty="0"/>
              <a:t>Change all three reference variables so that they move forward by one.</a:t>
            </a:r>
          </a:p>
          <a:p>
            <a:r>
              <a:rPr lang="en-US" dirty="0"/>
              <a:t>Make the fourth node’s next reference be the third node.</a:t>
            </a:r>
          </a:p>
          <a:p>
            <a:r>
              <a:rPr lang="en-US" dirty="0"/>
              <a:t>Change the variable </a:t>
            </a:r>
            <a:r>
              <a:rPr lang="en-US" dirty="0" err="1"/>
              <a:t>firstNode</a:t>
            </a:r>
            <a:r>
              <a:rPr lang="en-US" dirty="0"/>
              <a:t> so that it references the fourth node.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C1A95-7237-104B-A3CE-078DB8F4E8A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191" y="1675438"/>
            <a:ext cx="5658465" cy="15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4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DBEF-AC29-B549-ACA0-FC1F0E7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B1FD-3A18-E54C-BDCF-8D8CCA61A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be general, a loop will be needed.   Write an algorithm for the reverse operation.</a:t>
            </a:r>
          </a:p>
          <a:p>
            <a:r>
              <a:rPr lang="en-US" dirty="0"/>
              <a:t>Consider each of the following cases and decide if the algorithm handles it correctly.</a:t>
            </a:r>
          </a:p>
          <a:p>
            <a:pPr lvl="1"/>
            <a:r>
              <a:rPr lang="en-US" dirty="0"/>
              <a:t>A list with no elements</a:t>
            </a:r>
          </a:p>
          <a:p>
            <a:pPr lvl="1"/>
            <a:r>
              <a:rPr lang="en-US"/>
              <a:t>A </a:t>
            </a:r>
            <a:r>
              <a:rPr lang="en-US" dirty="0"/>
              <a:t>list with one element</a:t>
            </a:r>
          </a:p>
          <a:p>
            <a:pPr lvl="1"/>
            <a:r>
              <a:rPr lang="en-US" dirty="0"/>
              <a:t>A list with two elements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169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1326</TotalTime>
  <Words>265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CS/COE 445 Data Structures </vt:lpstr>
      <vt:lpstr>Reverse</vt:lpstr>
      <vt:lpstr>Visualization</vt:lpstr>
      <vt:lpstr>Visualization</vt:lpstr>
      <vt:lpstr>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Khattab, Sherif</dc:creator>
  <cp:lastModifiedBy>Khattab, Sherif</cp:lastModifiedBy>
  <cp:revision>110</cp:revision>
  <dcterms:created xsi:type="dcterms:W3CDTF">2018-01-02T22:56:00Z</dcterms:created>
  <dcterms:modified xsi:type="dcterms:W3CDTF">2019-02-07T20:35:10Z</dcterms:modified>
</cp:coreProperties>
</file>